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AA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Otopark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Web Tabanlı Otopark Doluluğu Takip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Yazılım Mühendisliği Dönem Ödevi • 13 Mayıs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Proje Amacı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53238"/>
                </a:solidFill>
              </a:defRPr>
            </a:pPr>
            <a:r>
              <a:t>Otoparkların doluluğunu gerçek zamanlı takip etmek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53238"/>
                </a:solidFill>
              </a:defRPr>
            </a:pPr>
            <a:r>
              <a:t>Web arayüzü üzerinden park yerlerini görselleştirmek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53238"/>
                </a:solidFill>
              </a:defRPr>
            </a:pPr>
            <a:r>
              <a:t>Kullanıcıların otopark durumunu kolayca kontrol etmesini sağlamak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53238"/>
                </a:solidFill>
              </a:defRPr>
            </a:pPr>
            <a:r>
              <a:t>Kat bazlı doluluk oranlarını göstermek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53238"/>
                </a:solidFill>
              </a:defRPr>
            </a:pPr>
            <a:r>
              <a:t>Park yerlerinin konumunu 2D grid olarak sunmak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Kullanılan Teknolojiler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AA6D"/>
                </a:solidFill>
              </a:defRPr>
            </a:pPr>
            <a:r>
              <a:t>• Python 3.12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Programlama dili</a:t>
            </a:r>
          </a:p>
          <a:p>
            <a:pPr>
              <a:defRPr sz="1800" b="1">
                <a:solidFill>
                  <a:srgbClr val="04AA6D"/>
                </a:solidFill>
              </a:defRPr>
            </a:pPr>
            <a:r>
              <a:t>• Flask 2.3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Web framework</a:t>
            </a:r>
          </a:p>
          <a:p>
            <a:pPr>
              <a:defRPr sz="1800" b="1">
                <a:solidFill>
                  <a:srgbClr val="04AA6D"/>
                </a:solidFill>
              </a:defRPr>
            </a:pPr>
            <a:r>
              <a:t>• XML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Veri formatı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840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AA6D"/>
                </a:solidFill>
              </a:defRPr>
            </a:pPr>
            <a:r>
              <a:t>• HTML5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Sayfa yapısı</a:t>
            </a:r>
          </a:p>
          <a:p>
            <a:pPr>
              <a:defRPr sz="1800" b="1">
                <a:solidFill>
                  <a:srgbClr val="04AA6D"/>
                </a:solidFill>
              </a:defRPr>
            </a:pPr>
            <a:r>
              <a:t>• CSS3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Stil ve tasarım</a:t>
            </a:r>
          </a:p>
          <a:p>
            <a:pPr>
              <a:defRPr sz="1800" b="1">
                <a:solidFill>
                  <a:srgbClr val="04AA6D"/>
                </a:solidFill>
              </a:defRPr>
            </a:pPr>
            <a:r>
              <a:t>• Jinja2</a:t>
            </a:r>
          </a:p>
          <a:p>
            <a:pPr lvl="1">
              <a:defRPr sz="1600">
                <a:solidFill>
                  <a:srgbClr val="253238"/>
                </a:solidFill>
              </a:defRPr>
            </a:pPr>
            <a:r>
              <a:t>  Şablon motoru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Sistem Mimarisi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6400800" cy="822960"/>
          </a:xfrm>
          <a:prstGeom prst="rect">
            <a:avLst/>
          </a:prstGeom>
          <a:solidFill>
            <a:srgbClr val="04AA6D"/>
          </a:solidFill>
          <a:ln w="25400">
            <a:solidFill>
              <a:srgbClr val="04A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Presentation: HTML / CSS / Jinja2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6400800" cy="822960"/>
          </a:xfrm>
          <a:prstGeom prst="rect">
            <a:avLst/>
          </a:prstGeom>
          <a:solidFill>
            <a:srgbClr val="C8DCD2"/>
          </a:solidFill>
          <a:ln w="25400">
            <a:solidFill>
              <a:srgbClr val="04A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3238"/>
                </a:solidFill>
              </a:defRPr>
            </a:pPr>
            <a:r>
              <a:t>Application: Flask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solidFill>
            <a:srgbClr val="04AA6D"/>
          </a:solidFill>
          <a:ln w="25400">
            <a:solidFill>
              <a:srgbClr val="04A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Business Logic: Python Fonksiyonları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6400800" cy="822960"/>
          </a:xfrm>
          <a:prstGeom prst="rect">
            <a:avLst/>
          </a:prstGeom>
          <a:solidFill>
            <a:srgbClr val="C8DCD2"/>
          </a:solidFill>
          <a:ln w="25400">
            <a:solidFill>
              <a:srgbClr val="04A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3238"/>
                </a:solidFill>
              </a:defRPr>
            </a:pPr>
            <a:r>
              <a:t>Data: XML Dosyaları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Ana Özellikler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Tüm otoparkları liste halinde gösterme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Otopark katlarının doluluğunu yüzde ile gösterme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Kat detaylarını 2D grid olarak görselleştirme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Park yerlerini renkli olarak kategorileme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Doluluk oranını otomatik hesaplama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253238"/>
                </a:solidFill>
              </a:defRPr>
            </a:pPr>
            <a:r>
              <a:t>✓ İstatistikler ve progress bar gösterimi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Web Arayüzü Sayfaları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4AA6D"/>
                </a:solidFill>
              </a:defRPr>
            </a:pPr>
            <a:r>
              <a:t>• Ana Sayfa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3238"/>
                </a:solidFill>
              </a:defRPr>
            </a:pPr>
            <a:r>
              <a:t>Tüm otoparkları ve doluluğunu gösterir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4AA6D"/>
                </a:solidFill>
              </a:defRPr>
            </a:pPr>
            <a:r>
              <a:t>• Otopark Detayı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3238"/>
                </a:solidFill>
              </a:defRPr>
            </a:pPr>
            <a:r>
              <a:t>Seçilen otopark için katlar listeler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4AA6D"/>
                </a:solidFill>
              </a:defRPr>
            </a:pPr>
            <a:r>
              <a:t>• Kat Detayı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3238"/>
                </a:solidFill>
              </a:defRPr>
            </a:pPr>
            <a:r>
              <a:t>Park yerlerini 2D grid olarak gösterir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Veri İşlem Akışı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0">
                <a:solidFill>
                  <a:srgbClr val="253238"/>
                </a:solidFill>
              </a:defRPr>
            </a:pPr>
            <a:r>
              <a:t> 1. Kullanıcı Web Sayfasına Erişir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04AA6D"/>
                </a:solidFill>
              </a:defRPr>
            </a:pPr>
            <a:r>
              <a:t>↓ 2. Flask Route Tetiklenir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0">
                <a:solidFill>
                  <a:srgbClr val="253238"/>
                </a:solidFill>
              </a:defRPr>
            </a:pPr>
            <a:r>
              <a:t>↓ 3. XML Dosyaları Okunur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04AA6D"/>
                </a:solidFill>
              </a:defRPr>
            </a:pPr>
            <a:r>
              <a:t>↓ 4. Veriler İşlenir ve Hesaplanır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0">
                <a:solidFill>
                  <a:srgbClr val="253238"/>
                </a:solidFill>
              </a:defRPr>
            </a:pPr>
            <a:r>
              <a:t>↓ 5. HTML Şablonuna Gönderilir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04AA6D"/>
                </a:solidFill>
              </a:defRPr>
            </a:pPr>
            <a:r>
              <a:t>↓ 6. Tarayıcıda Gösterilir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4AA6D"/>
                </a:solidFill>
              </a:defRPr>
            </a:pPr>
            <a:r>
              <a:t>Proje Sonuçları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Sistem başarıyla tamamlandı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Tüm özellikler uygulandı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Kod testleri başarılı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Kullanıcı arayüzü canlı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Dokumentasyon hazır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 b="1">
                <a:solidFill>
                  <a:srgbClr val="04AA6D"/>
                </a:solidFill>
              </a:defRPr>
            </a:pPr>
            <a:r>
              <a:t>✓ Üretim ortamında çalışıyor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AA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Grup Bilgileri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400" b="1">
                <a:solidFill>
                  <a:srgbClr val="FFFFFF"/>
                </a:solidFill>
              </a:defRPr>
            </a:pPr>
            <a:r>
              <a:t>• Erenalp Demir</a:t>
            </a:r>
          </a:p>
          <a:p>
            <a:pPr lvl="1"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  (Rapor Lideri / Grup Yöneticisi)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400" b="1">
                <a:solidFill>
                  <a:srgbClr val="FFFFFF"/>
                </a:solidFill>
              </a:defRPr>
            </a:pPr>
            <a:r>
              <a:t>• Fatih Kerem Arslan</a:t>
            </a:r>
          </a:p>
          <a:p>
            <a:pPr lvl="1"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  (Proje Geliştirici)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400" b="1">
                <a:solidFill>
                  <a:srgbClr val="FFFFFF"/>
                </a:solidFill>
              </a:defRPr>
            </a:pPr>
            <a:r>
              <a:t>• Kadir Umut Akbaş</a:t>
            </a:r>
          </a:p>
          <a:p>
            <a:pPr lvl="1">
              <a:spcAft>
                <a:spcPts val="800"/>
              </a:spcAft>
              <a:defRPr sz="1800">
                <a:solidFill>
                  <a:srgbClr val="DCDCDC"/>
                </a:solidFill>
              </a:defRPr>
            </a:pPr>
            <a:r>
              <a:t>  (Grup Üyesi)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13 Mayıs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AA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FFFFF"/>
                </a:solidFill>
              </a:defRPr>
            </a:pPr>
            <a:r>
              <a:t>Teşekkür Ederiz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Sorularınız İçin Hazırız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